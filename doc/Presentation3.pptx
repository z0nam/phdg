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B516A-50A9-581D-8EC1-F1D27DDFC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F11F2-31CC-4159-5F62-F6BF64DCE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8E294-08A8-838B-C040-31F18FE9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BF8-C500-6143-AF75-09FAE39E41E9}" type="datetimeFigureOut">
              <a:rPr lang="en-KR" smtClean="0"/>
              <a:t>6/12/24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95F91-F46C-2C77-D91A-12E7F9EDD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F5BD8-DA29-9848-1E26-2C4C8F0F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2648-64DF-7C4F-9E92-A52324D0C3D2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27533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45B1A-9E98-CF93-D280-211E43ACC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F3591-82D3-3CDC-7118-C5A1C6C74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91651-D306-0C9A-13FF-0004CBD92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BF8-C500-6143-AF75-09FAE39E41E9}" type="datetimeFigureOut">
              <a:rPr lang="en-KR" smtClean="0"/>
              <a:t>6/12/24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8527F-0076-E332-C93C-B54ABBD0A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6496A-13E4-31B2-0A43-A6BFAEC5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2648-64DF-7C4F-9E92-A52324D0C3D2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79327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A069-5216-E193-BB83-71E1921E4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56362-B3C6-EA6C-13B4-3CC55AFD4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AD738-2265-89AE-4F7F-20E8F6ACE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BF8-C500-6143-AF75-09FAE39E41E9}" type="datetimeFigureOut">
              <a:rPr lang="en-KR" smtClean="0"/>
              <a:t>6/12/24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64560-8FE9-9DE6-8A30-53B64CEB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A0C70-9E36-058E-FE63-E88883AF3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2648-64DF-7C4F-9E92-A52324D0C3D2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10022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8E43F-E77B-BD91-25CA-B9B7C8D9C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D830D-211F-3B80-1C8C-8E7B2CF6C3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9EA9D-F3F4-4C13-57A9-E7B05D679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8E670-E18A-D4FF-9F49-D7008B58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BF8-C500-6143-AF75-09FAE39E41E9}" type="datetimeFigureOut">
              <a:rPr lang="en-KR" smtClean="0"/>
              <a:t>6/12/24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54334-7854-9999-3AF1-698522AB6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3860F-D940-22B8-2665-F1F3FFAF8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2648-64DF-7C4F-9E92-A52324D0C3D2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29435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F4F69-AC14-F67F-B623-3A760DAC5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7D9D0-5419-A918-33A0-A6FBB22D2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672CB-A1A6-F18B-827A-AD4B4A63D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C3FD9A-CC94-7FF9-9DEE-ADB04ACAC8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EDFFDF-EDCD-7517-3B0F-548CFC880E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D63D31-E1FB-A087-88CC-77E946E1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BF8-C500-6143-AF75-09FAE39E41E9}" type="datetimeFigureOut">
              <a:rPr lang="en-KR" smtClean="0"/>
              <a:t>6/12/24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13701-231D-F5AD-BD00-F4879D915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CE7A48-9C8A-AC54-16E8-F4613E91A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2648-64DF-7C4F-9E92-A52324D0C3D2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4685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1720-298A-48B8-337E-BB3990D1D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E7C35C-EDC3-B1D6-90C5-EAEDBED1A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BF8-C500-6143-AF75-09FAE39E41E9}" type="datetimeFigureOut">
              <a:rPr lang="en-KR" smtClean="0"/>
              <a:t>6/12/24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A78A89-32E6-36DD-F654-E420BDA49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DE7B03-35CB-171E-8BBA-B656FD5EF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2648-64DF-7C4F-9E92-A52324D0C3D2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4514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9314DC-ACEE-82D9-534F-E87521326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BF8-C500-6143-AF75-09FAE39E41E9}" type="datetimeFigureOut">
              <a:rPr lang="en-KR" smtClean="0"/>
              <a:t>6/12/24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519DA4-43A3-7B2B-8B78-B4BF0FBC3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E1A3E-0629-BCB1-EAE9-88D554861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2648-64DF-7C4F-9E92-A52324D0C3D2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07912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BEC1F-3EC1-F203-0F45-5F1187EEA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DC74B-9A57-9DF5-536E-77E49EF29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779029-500F-201F-2F56-1F91C1B2B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5FC85-1704-241B-9592-D40F4B256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BF8-C500-6143-AF75-09FAE39E41E9}" type="datetimeFigureOut">
              <a:rPr lang="en-KR" smtClean="0"/>
              <a:t>6/12/24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D4DEB-6987-CA28-1E72-4E1712708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05308-7514-0FC5-A73C-F31BE3BEF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2648-64DF-7C4F-9E92-A52324D0C3D2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73452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63AD-5F4B-B62B-E18C-F490CE2E2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C4B88D-494B-48C3-4877-306A102ECB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FF27B-37EC-30E0-ED11-CA20E4F3C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DC9AB-63F3-009A-8335-F55570A1A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BF8-C500-6143-AF75-09FAE39E41E9}" type="datetimeFigureOut">
              <a:rPr lang="en-KR" smtClean="0"/>
              <a:t>6/12/24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F0C19-1ACD-0D09-6D15-9938E4F96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D0E3E-FA78-7290-02D4-1BE87CAD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2648-64DF-7C4F-9E92-A52324D0C3D2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65256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CC038-F109-BE5C-98DC-07DA7A1B1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16B72D-AEA0-110A-5EF2-37A207078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F45FA-A028-EA94-077E-6EEA433DE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BF8-C500-6143-AF75-09FAE39E41E9}" type="datetimeFigureOut">
              <a:rPr lang="en-KR" smtClean="0"/>
              <a:t>6/12/24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5D4F1-2D40-1867-A3EF-B7CD622CA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C1FBA-05AC-8272-E10F-75C9AE7B4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2648-64DF-7C4F-9E92-A52324D0C3D2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39714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E10B6E-8C7F-1F2E-6499-6D3680FB3B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FF1745-8B9D-93E2-DF79-918ADBA7E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A18DC-585E-2886-ABC1-877B49497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BF8-C500-6143-AF75-09FAE39E41E9}" type="datetimeFigureOut">
              <a:rPr lang="en-KR" smtClean="0"/>
              <a:t>6/12/24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EADFA-13AB-62B9-7C59-2EEE3B2DA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BF404-9DDC-4493-9005-EB90B56C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2648-64DF-7C4F-9E92-A52324D0C3D2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9594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CE74D5-E381-2556-9B39-388875686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89657-6D53-1616-37CA-12269C8E1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6FDD9-59B3-EAD8-8F53-28FC867DD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0EBF8-C500-6143-AF75-09FAE39E41E9}" type="datetimeFigureOut">
              <a:rPr lang="en-KR" smtClean="0"/>
              <a:t>6/12/24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1A460-124B-EE93-C54A-251880A76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B38CD-BC38-92AE-F264-907844E5E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882648-64DF-7C4F-9E92-A52324D0C3D2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4562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7070-4CFF-175E-5475-267DF9B487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KR" dirty="0"/>
              <a:t>ABM for PHDG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53F56E-6792-96A1-4B8C-8CB72106E5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90195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15F7-0D9F-59B1-1197-F0240002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ABM: Flow Chart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91A31A-9E74-56C7-96AB-58411F519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4422" y="157461"/>
            <a:ext cx="6671567" cy="602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92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ABM for PHDG</vt:lpstr>
      <vt:lpstr>ABM: Flow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조남운</dc:creator>
  <cp:lastModifiedBy>조남운</cp:lastModifiedBy>
  <cp:revision>1</cp:revision>
  <dcterms:created xsi:type="dcterms:W3CDTF">2024-06-12T09:58:28Z</dcterms:created>
  <dcterms:modified xsi:type="dcterms:W3CDTF">2024-06-12T10:09:15Z</dcterms:modified>
</cp:coreProperties>
</file>